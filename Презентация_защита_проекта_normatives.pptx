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447250D-0D30-4950-86C5-A0B23CF5E8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EB2F1C6-7F80-4B3E-8C7A-2E1D538BCAD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D9EE5762-6721-4D1B-A1A6-25AE96DBBA9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BE0FC830-3893-447D-A432-52E253A2CC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5BF2088-C022-4DB3-815C-340AFA1CE07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7CEC3428-A3CA-4C56-968F-DDC216457F8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5B8AF5E9-0841-4639-A1C1-7B37523BBD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B7B2E42C-16DB-44B2-BB33-3E2976AD816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9E55949-A964-4D1E-AB4A-7543CF55920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FC1C115C-E20F-4BF9-96D8-19FF134D2F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C45D9DE7-54A3-46FB-9DF4-EE360B5BDE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E5C8786-A34D-49FA-83F7-98A064920BC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18DB4D0-708E-4E1E-8A43-A2B9B4E8A29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0B8E058-20B3-47D3-8950-0568241E190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766021-3158-4AA6-82FF-6147AC6084E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2081038-15F9-4FD5-8DF2-442104C3F5F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3084173-6719-4B75-944D-88CF2C0D23A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5F34373-B1D4-4086-AC04-252D52FFA0E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EDBC231-5CA1-4199-8401-82CBA580DF4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DF0014-3CE3-4B7E-A8DE-E388529CA3D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199E7E-8838-4BBD-ACE1-9FF29AE295C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887299-A29C-412A-BDE3-F8AD6337A55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Защита проекта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1371960" y="350568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Интеллектуальный RAG-ассистент по лицензированию алкогольной продукции и ЕГАИС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Студент: Серобаба Евгений Сергеевич | Курс: LLM Driven Development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План защиты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Цель и задачи проекта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Использованные технологии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Что реализовано и что получилось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Результаты качества и UX-улучшения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Выводы и дальнейшее развитие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Цель и задачи проекта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Цель: создать практичный локальный RAG-ассистент с официальными источниками и контролем качества ответа.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Задача 1: подготовить и очистить корпус нормативных документов.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Задача 2: реализовать гибридный retrieval (TF-IDF + embeddings + multi-step).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Задача 3: добавить guardrails против фактических ошибок и шумных ссылок.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Задача 4: сделать user-friendly формат ответа для заявителя.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Задача 5: провести eval и улучшить пользовательский интерфейс.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Технологии и инструменты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Python, Gradio — веб-приложение и интерфейс.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RAG-пайплайн: lexical index + embeddings re-rank + иерархическое расширение.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LLM backends: Yandex OpenAI-compatible, AITUNNEL, Ollama, Local LoRA.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SQLite-кэш ответов и retrieval для ускорения работы.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Pytest + eval scripts (smoke/extra10/load) для контроля регрессий.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Архитектура решения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1) Подготовка корпуса: import/clean/chunk/index.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2) Retrieval: TF-IDF -&gt; embeddings re-rank -&gt; multi-step follow-up.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3) Generation: LLM + post-processing.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4) Guardrails: проверка критичных фактов, источников и реквизитов.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5) Форматирование: структурированный ответ для пользователя.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Что реализовано (функционально)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Структурированный ответ: краткий ответ, действия, документы, уточнения, проверка норм, источники.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Жесткое правило: если пользователь просит список документов -&gt; выдаем список; иначе честно сообщаем об отсутствии списка в контексте.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Спец-кейс для подпунктов 1–3, 6 пункта 33: явный перечень документов.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Пользовательский интерфейс: базовый режим + экспертный режим + FAQ-кэш быстрых вопросов.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Качество и результаты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Eval extra10: ok=10/10 (последний прогон).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Тесты: 65 passed (критические guardrails и формат ответа).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Снижены галлюцинации по источникам и реквизитам за счет sanitizer + strict sources.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Повышена предсказуемость пользовательских ответов благодаря стандартизированному шаблону.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UX-улучшения для пользователя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Упрощена панель настроек: по умолчанию пользовательский режим.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Добавлен переключатель Экспертный режим для технических параметров.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Добавлена левая панель частых вопросов с мгновенными ответами из локального кэша.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Улучшена читабельность ответа: акцент на действия и документы.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Выводы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Цель проекта достигнута: ассистент дает практичные ответы с нормативной опорой.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Ключевой эффект дали guardrails + retrieval + стандартизация формата.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Сложности: неоднородные формулировки НПА и извлечение списков из юридического текста.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Проект полезен как база для внедрения в учебный/внутренний контур консультаций.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Дальнейшее развитие и вопросы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Вынести FAQ-кэш в отдельный JSON/БД для управления без правки кода.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Добавить расширенные метрики качества и мониторинг в прод-режиме.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Расширить набор регрессионных сценариев и формальный confidence scoring.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457200">
              <a:lnSpc>
                <a:spcPct val="100000"/>
              </a:lnSpc>
              <a:spcBef>
                <a:spcPts val="400"/>
              </a:spcBef>
              <a:buNone/>
            </a:pP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2026-04-24T15:20:22Z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